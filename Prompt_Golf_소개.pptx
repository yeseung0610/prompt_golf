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577840"/>
            <a:ext cx="12191695" cy="1280160"/>
          </a:xfrm>
          <a:prstGeom prst="rect">
            <a:avLst/>
          </a:prstGeom>
          <a:solidFill>
            <a:srgbClr val="0E8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49240"/>
            <a:ext cx="12191695" cy="256032"/>
          </a:xfrm>
          <a:prstGeom prst="rect">
            <a:avLst/>
          </a:prstGeom>
          <a:solidFill>
            <a:srgbClr val="1B7A4B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685800"/>
            <a:ext cx="1554480" cy="1554480"/>
          </a:xfrm>
          <a:prstGeom prst="ellipse">
            <a:avLst/>
          </a:prstGeom>
          <a:solidFill>
            <a:srgbClr val="F2B705">
              <a:alpha val="8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84080" y="4870094"/>
            <a:ext cx="1554480" cy="528523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6" name="Shape 4"/>
          <p:cNvSpPr/>
          <p:nvPr/>
        </p:nvSpPr>
        <p:spPr>
          <a:xfrm>
            <a:off x="10499141" y="3657600"/>
            <a:ext cx="77724" cy="14767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 flipH="1" flipV="1">
            <a:off x="10576865" y="3657600"/>
            <a:ext cx="652882" cy="497434"/>
          </a:xfrm>
          <a:prstGeom prst="rtTriangle">
            <a:avLst/>
          </a:prstGeom>
          <a:solidFill>
            <a:srgbClr val="F2B705"/>
          </a:solidFill>
          <a:ln/>
        </p:spPr>
      </p:sp>
      <p:sp>
        <p:nvSpPr>
          <p:cNvPr id="8" name="Shape 6"/>
          <p:cNvSpPr/>
          <p:nvPr/>
        </p:nvSpPr>
        <p:spPr>
          <a:xfrm>
            <a:off x="10063886" y="4932274"/>
            <a:ext cx="248717" cy="2487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프롬프트 골프 미니게임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9808" y="146304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Golf</a:t>
            </a:r>
            <a:endParaRPr lang="en-US" sz="8600" dirty="0"/>
          </a:p>
        </p:txBody>
      </p:sp>
      <p:sp>
        <p:nvSpPr>
          <p:cNvPr id="11" name="Text 9"/>
          <p:cNvSpPr/>
          <p:nvPr/>
        </p:nvSpPr>
        <p:spPr>
          <a:xfrm>
            <a:off x="822960" y="320040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4E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프롬프트로 치는 골프 — 잘 쓸수록 공은 홀에 가까워집니다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데이토즈  ·  프로젝트 소개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7A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9144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3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프롬프트는 실력인데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63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잘 쓰는지 알 길이 없다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" y="2788920"/>
            <a:ext cx="35204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88920"/>
            <a:ext cx="3520440" cy="109728"/>
          </a:xfrm>
          <a:prstGeom prst="rect">
            <a:avLst/>
          </a:prstGeom>
          <a:solidFill>
            <a:srgbClr val="E8654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154680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4023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막연한 연습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97280" y="4572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‘좋은 프롬프트’가 뭔지 감으로만 배웁니다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 됐는지 판단할 기준이 없습니다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462272" y="2788920"/>
            <a:ext cx="35204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62272" y="2788920"/>
            <a:ext cx="3520440" cy="109728"/>
          </a:xfrm>
          <a:prstGeom prst="rect">
            <a:avLst/>
          </a:prstGeom>
          <a:solidFill>
            <a:srgbClr val="E865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3154680"/>
            <a:ext cx="685800" cy="6858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4023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부재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82312" y="4572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프롬프트가 의도한 결과에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얼마나 가까운지 즉시 알기 어렵습니다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147304" y="2788920"/>
            <a:ext cx="352044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47304" y="2788920"/>
            <a:ext cx="3520440" cy="109728"/>
          </a:xfrm>
          <a:prstGeom prst="rect">
            <a:avLst/>
          </a:prstGeom>
          <a:solidFill>
            <a:srgbClr val="E8654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154680"/>
            <a:ext cx="685800" cy="6858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7344" y="40233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지루한 학습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467344" y="4572000"/>
            <a:ext cx="2880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혼자 텍스트만 고치는 연습은 금방 질립니다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재미도 경쟁도 없습니다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4846320"/>
            <a:ext cx="7315200" cy="7315200"/>
          </a:xfrm>
          <a:prstGeom prst="ellipse">
            <a:avLst/>
          </a:prstGeom>
          <a:solidFill>
            <a:srgbClr val="1B7A4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2483510"/>
            <a:ext cx="2011680" cy="683971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4" name="Shape 2"/>
          <p:cNvSpPr/>
          <p:nvPr/>
        </p:nvSpPr>
        <p:spPr>
          <a:xfrm>
            <a:off x="10435133" y="914400"/>
            <a:ext cx="100584" cy="1911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 flipH="1" flipV="1">
            <a:off x="10535717" y="914400"/>
            <a:ext cx="844906" cy="643738"/>
          </a:xfrm>
          <a:prstGeom prst="rtTriangle">
            <a:avLst/>
          </a:prstGeom>
          <a:solidFill>
            <a:srgbClr val="F2B705"/>
          </a:solidFill>
          <a:ln/>
        </p:spPr>
      </p:sp>
      <p:sp>
        <p:nvSpPr>
          <p:cNvPr id="6" name="Shape 4"/>
          <p:cNvSpPr/>
          <p:nvPr/>
        </p:nvSpPr>
        <p:spPr>
          <a:xfrm>
            <a:off x="9871862" y="2563978"/>
            <a:ext cx="321869" cy="32186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목표 화면을 보고 </a:t>
            </a:r>
            <a:pPr indent="0" marL="0">
              <a:buNone/>
            </a:pPr>
            <a:r>
              <a:rPr lang="en-US" sz="4600" b="1" dirty="0">
                <a:solidFill>
                  <a:srgbClr val="F2B70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로 재현하라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B70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닮을수록</a:t>
            </a:r>
            <a:pPr indent="0" marL="0">
              <a:buNone/>
            </a:pPr>
            <a:r>
              <a:rPr lang="en-US" sz="3800" b="1" dirty="0">
                <a:solidFill>
                  <a:srgbClr val="F4EC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공은 홀에 가까워진다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7955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9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클론을 한 판의 골프로 바꾼 게임입니다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9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주어진 ‘목표 이미지’를 똑같이 만들어내는 프롬프트를 쓰면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E9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완성도만큼 공이 날아가 홀에 다가갑니다 — 프롬프트 실력이 곧 비거리입니다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7A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PLAYS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 번의 스윙 · 네 단계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615184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36192" y="2560320"/>
            <a:ext cx="1097280" cy="109728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2224" y="2807208"/>
            <a:ext cx="585216" cy="585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8404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스윙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343400"/>
            <a:ext cx="21579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화면을 보고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프롬프트를 입력합니다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953512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93592" y="2194560"/>
            <a:ext cx="2615184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352544" y="2560320"/>
            <a:ext cx="1097280" cy="109728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807208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76472" y="38404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생성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3822192" y="4343400"/>
            <a:ext cx="21579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입력한 프롬프트로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화면을 만들어 보여줍니다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953512"/>
            <a:ext cx="329184" cy="32918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9944" y="2194560"/>
            <a:ext cx="2615184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168896" y="2560320"/>
            <a:ext cx="1097280" cy="109728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4928" y="2807208"/>
            <a:ext cx="585216" cy="5852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592824" y="38404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비교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6638544" y="4343400"/>
            <a:ext cx="21579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만든 화면이 목표와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얼마나 닮았는지 점수로 매깁니다</a:t>
            </a:r>
            <a:endParaRPr lang="en-US" sz="14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2953512"/>
            <a:ext cx="329184" cy="32918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226296" y="2194560"/>
            <a:ext cx="2615184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9985248" y="2560320"/>
            <a:ext cx="1097280" cy="109728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2807208"/>
            <a:ext cx="585216" cy="58521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409176" y="384048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전진</a:t>
            </a:r>
            <a:endParaRPr lang="en-US" sz="1900" dirty="0"/>
          </a:p>
        </p:txBody>
      </p:sp>
      <p:sp>
        <p:nvSpPr>
          <p:cNvPr id="27" name="Text 18"/>
          <p:cNvSpPr/>
          <p:nvPr/>
        </p:nvSpPr>
        <p:spPr>
          <a:xfrm>
            <a:off x="9454896" y="4343400"/>
            <a:ext cx="215798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닮은 정도만큼 공이 날아갑니다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가까울수록 홀인</a:t>
            </a:r>
            <a:endParaRPr lang="en-US" sz="1400" dirty="0"/>
          </a:p>
        </p:txBody>
      </p:sp>
      <p:sp>
        <p:nvSpPr>
          <p:cNvPr id="28" name="Text 19"/>
          <p:cNvSpPr/>
          <p:nvPr/>
        </p:nvSpPr>
        <p:spPr>
          <a:xfrm>
            <a:off x="777240" y="58521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865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유사도가 너무 낮으면 헛스윙 — 공이 거의 움직이지 않습니다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00200"/>
          </a:xfrm>
          <a:prstGeom prst="rect">
            <a:avLst/>
          </a:prstGeom>
          <a:solidFill>
            <a:srgbClr val="0C3B2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실력이 곧 스코어가 되는 게임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52120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560320"/>
            <a:ext cx="777240" cy="77724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7157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500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프롬프트가 곧 비거리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057400" y="284378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운이 아니라 표현력으로 승부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정확히 묘사할수록 더 멀리 친다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2120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560320"/>
            <a:ext cx="777240" cy="77724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71576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3500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헛스윙의 긴장감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589520" y="284378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대충 쓰면 제자리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글자 차이가 스코어를 가른다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777240" y="4114800"/>
            <a:ext cx="52120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51560" y="4617720"/>
            <a:ext cx="777240" cy="77724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477316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4074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골프의 변수 그대로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057400" y="490118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바람 · 벙커 · 해저드까지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진짜 골프처럼 코스를 공략한다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6309360" y="4114800"/>
            <a:ext cx="521208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617720"/>
            <a:ext cx="777240" cy="77724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477316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4074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보는 재미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589520" y="490118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생성된 화면이 목표에</a:t>
            </a:r>
            <a:endParaRPr lang="en-US" sz="14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얼마나 닮았는지 눈으로 바로 확인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94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MULTIPLAYER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혼자가 아니라 함께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77240" y="181051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E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팀을 만들고 같은 코스에서 동시에 겨루는 멀티플레이 골프장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697480"/>
            <a:ext cx="3520440" cy="3337560"/>
          </a:xfrm>
          <a:prstGeom prst="rect">
            <a:avLst/>
          </a:prstGeom>
          <a:solidFill>
            <a:srgbClr val="1A6B4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97480"/>
            <a:ext cx="3520440" cy="1097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3154680"/>
            <a:ext cx="914400" cy="914400"/>
          </a:xfrm>
          <a:prstGeom prst="ellipse">
            <a:avLst/>
          </a:prstGeom>
          <a:solidFill>
            <a:srgbClr val="0C3B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3832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42976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팀으로 입장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143000" y="48006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이름과 프로필을 만들어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코스에 함께 들어옵니다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462272" y="2697480"/>
            <a:ext cx="3520440" cy="3337560"/>
          </a:xfrm>
          <a:prstGeom prst="rect">
            <a:avLst/>
          </a:prstGeom>
          <a:solidFill>
            <a:srgbClr val="1A6B4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62272" y="2697480"/>
            <a:ext cx="3520440" cy="1097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3" name="Shape 10"/>
          <p:cNvSpPr/>
          <p:nvPr/>
        </p:nvSpPr>
        <p:spPr>
          <a:xfrm>
            <a:off x="4828032" y="3154680"/>
            <a:ext cx="914400" cy="914400"/>
          </a:xfrm>
          <a:prstGeom prst="ellipse">
            <a:avLst/>
          </a:prstGeom>
          <a:solidFill>
            <a:srgbClr val="0C3B2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33832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28032" y="42976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리더보드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828032" y="48006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누가 홀에 더 가까운지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순위가 실시간으로 갱신됩니다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8147304" y="2697480"/>
            <a:ext cx="3520440" cy="3337560"/>
          </a:xfrm>
          <a:prstGeom prst="rect">
            <a:avLst/>
          </a:prstGeom>
          <a:solidFill>
            <a:srgbClr val="1A6B4E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47304" y="2697480"/>
            <a:ext cx="3520440" cy="109728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9" name="Shape 15"/>
          <p:cNvSpPr/>
          <p:nvPr/>
        </p:nvSpPr>
        <p:spPr>
          <a:xfrm>
            <a:off x="8513064" y="3154680"/>
            <a:ext cx="914400" cy="914400"/>
          </a:xfrm>
          <a:prstGeom prst="ellipse">
            <a:avLst/>
          </a:prstGeom>
          <a:solidFill>
            <a:srgbClr val="0C3B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4" y="33832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13064" y="42976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관전의 묘미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8513064" y="4800600"/>
            <a:ext cx="2788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상대가 지금 어떤 프롬프트를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CEB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쓰는지 지켜보는 재미까지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B7A4B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0E8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IT'S FOR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49808" y="868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35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이런 자리에서 빛납니다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35204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514600"/>
            <a:ext cx="960120" cy="96012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76148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703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교육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97280" y="42519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교육을 ‘읽는 수업’이 아닌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‘해보는 게임’으로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즉각적인 피드백으로 실력이 큰다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462272" y="2148840"/>
            <a:ext cx="35204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82312" y="2514600"/>
            <a:ext cx="960120" cy="96012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76148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2312" y="3703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팀빌딩 · 사내 행사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782312" y="42519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워크숍 · 해커톤 · 송년회까지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누구나 한 판이면 규칙을 이해하는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가벼운 경쟁 콘텐츠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147304" y="2148840"/>
            <a:ext cx="352044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67344" y="2514600"/>
            <a:ext cx="960120" cy="960120"/>
          </a:xfrm>
          <a:prstGeom prst="ellipse">
            <a:avLst/>
          </a:prstGeom>
          <a:solidFill>
            <a:srgbClr val="F4EC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76148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7344" y="37033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5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역량 진단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67344" y="4251960"/>
            <a:ext cx="2971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결과를 점수로 환산해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프롬프트를 얼마나 잘 다루는지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5C6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자연스럽게 가늠합니다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7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없이도 바로 플레이 — 준비는 가볍게 경험은 진하게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0E8A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23560"/>
            <a:ext cx="12191695" cy="201168"/>
          </a:xfrm>
          <a:prstGeom prst="rect">
            <a:avLst/>
          </a:prstGeom>
          <a:solidFill>
            <a:srgbClr val="1B7A4B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4809744"/>
            <a:ext cx="1828800" cy="621792"/>
          </a:xfrm>
          <a:prstGeom prst="ellipse">
            <a:avLst/>
          </a:prstGeom>
          <a:solidFill>
            <a:srgbClr val="1B7A4B"/>
          </a:solidFill>
          <a:ln/>
        </p:spPr>
      </p:sp>
      <p:sp>
        <p:nvSpPr>
          <p:cNvPr id="5" name="Shape 3"/>
          <p:cNvSpPr/>
          <p:nvPr/>
        </p:nvSpPr>
        <p:spPr>
          <a:xfrm>
            <a:off x="10533888" y="3383280"/>
            <a:ext cx="91440" cy="1737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 flipH="1" flipV="1">
            <a:off x="10625328" y="3383280"/>
            <a:ext cx="768096" cy="585216"/>
          </a:xfrm>
          <a:prstGeom prst="rtTriangle">
            <a:avLst/>
          </a:prstGeom>
          <a:solidFill>
            <a:srgbClr val="F2B705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882896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B7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21240" y="685800"/>
            <a:ext cx="1371600" cy="1371600"/>
          </a:xfrm>
          <a:prstGeom prst="ellipse">
            <a:avLst/>
          </a:prstGeom>
          <a:solidFill>
            <a:srgbClr val="F2B705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011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B7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프롬프트가 곧 실력이 되는 게임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Golf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F4EC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배우기 어려운 AI 프롬프트를 누구나 즐기며 겨루는 한 판의 골프로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60533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데이토즈  ·  프로젝트 소개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Golf</dc:title>
  <dc:subject>PptxGenJS Presentation</dc:subject>
  <dc:creator>데이토즈</dc:creator>
  <cp:lastModifiedBy>데이토즈</cp:lastModifiedBy>
  <cp:revision>1</cp:revision>
  <dcterms:created xsi:type="dcterms:W3CDTF">2026-06-20T05:53:23Z</dcterms:created>
  <dcterms:modified xsi:type="dcterms:W3CDTF">2026-06-20T05:53:23Z</dcterms:modified>
</cp:coreProperties>
</file>